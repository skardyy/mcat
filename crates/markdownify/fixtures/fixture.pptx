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speaker notes for slide seven.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" TargetMode="External"/><Relationship Id="rId2" Type="http://schemas.openxmlformats.org/officeDocument/2006/relationships/hyperlink" Target="https://github.com/python-openxml/python-docx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Comprehensive PPTX Fixture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Subtitle text on title slide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Inline Formatting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Normal text. </a:t>
            </a:r>
            <a:pPr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Bold.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i="1" dirty="0">
                <a:solidFill>
                  <a:srgbClr val="000000"/>
                </a:solidFill>
              </a:rPr>
              <a:t>Italic.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b="1" i="1" dirty="0">
                <a:solidFill>
                  <a:srgbClr val="000000"/>
                </a:solidFill>
              </a:rPr>
              <a:t>Bold-italic.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trike="sngStrike" dirty="0">
                <a:solidFill>
                  <a:srgbClr val="000000"/>
                </a:solidFill>
              </a:rPr>
              <a:t>Strikethrough.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</a:rPr>
              <a:t>Underline.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Visit 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example.com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and </a:t>
            </a:r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python-docx on GitHub</a:t>
            </a:r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Bullet Lists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Bullet item one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Bullet item two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Bullet item three</a:t>
            </a:r>
            <a:endParaRPr lang="en-US" dirty="0"/>
          </a:p>
          <a:p>
            <a:pPr marL="508000" indent="-5080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Nested bullet A</a:t>
            </a:r>
            <a:endParaRPr lang="en-US" dirty="0"/>
          </a:p>
          <a:p>
            <a:pPr marL="508000" indent="-5080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Nested bullet B</a:t>
            </a:r>
            <a:endParaRPr lang="en-US" dirty="0"/>
          </a:p>
          <a:p>
            <a:pPr marL="1016000" indent="-10160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Deeply nested bullet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Table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City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Alice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New York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London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Carol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Tokyo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Image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Unicode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中文 שלום مرحبا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Speaker Notes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2026-04-01T12:17:06Z</dcterms:created>
  <dcterms:modified xsi:type="dcterms:W3CDTF">2026-04-01T12:17:06Z</dcterms:modified>
</cp:coreProperties>
</file>